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tx1">
              <a:alpha val="8000"/>
            </a:schemeClr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