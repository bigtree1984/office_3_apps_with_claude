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0" y="32378"/>
                </a:moveTo>
                <a:lnTo>
                  <a:pt x="8330" y="115676"/>
                </a:lnTo>
                <a:lnTo>
                  <a:pt x="49980" y="139724"/>
                </a:lnTo>
                <a:lnTo>
                  <a:pt x="49980" y="115676"/>
                </a:lnTo>
                <a:lnTo>
                  <a:pt x="49980" y="74027"/>
                </a:lnTo>
                <a:lnTo>
                  <a:pt x="194264" y="157325"/>
                </a:lnTo>
                <a:lnTo>
                  <a:pt x="122117" y="198974"/>
                </a:lnTo>
                <a:lnTo>
                  <a:pt x="124950" y="198974"/>
                </a:lnTo>
                <a:lnTo>
                  <a:pt x="269234" y="282273"/>
                </a:lnTo>
                <a:lnTo>
                  <a:pt x="197087" y="323922"/>
                </a:lnTo>
                <a:lnTo>
                  <a:pt x="266560" y="323922"/>
                </a:lnTo>
                <a:lnTo>
                  <a:pt x="338697" y="282273"/>
                </a:lnTo>
                <a:lnTo>
                  <a:pt x="194422" y="198974"/>
                </a:lnTo>
                <a:lnTo>
                  <a:pt x="266560" y="157325"/>
                </a:lnTo>
                <a:lnTo>
                  <a:pt x="266401" y="157325"/>
                </a:lnTo>
                <a:lnTo>
                  <a:pt x="122117" y="74027"/>
                </a:lnTo>
                <a:lnTo>
                  <a:pt x="49980" y="32378"/>
                </a:lnTo>
                <a:lnTo>
                  <a:pt x="8330" y="8329"/>
                </a:lnTo>
                <a:close/>
              </a:path>
              <a:path w="347028" h="457200">
                <a:moveTo>
                  <a:pt x="91630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80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0" y="216575"/>
                </a:lnTo>
                <a:close/>
              </a:path>
              <a:path w="347028" h="457200">
                <a:moveTo>
                  <a:pt x="49980" y="181373"/>
                </a:moveTo>
                <a:lnTo>
                  <a:pt x="8330" y="157325"/>
                </a:lnTo>
                <a:lnTo>
                  <a:pt x="8330" y="365571"/>
                </a:lnTo>
                <a:lnTo>
                  <a:pt x="8330" y="407220"/>
                </a:lnTo>
                <a:lnTo>
                  <a:pt x="8330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0" y="407220"/>
                </a:lnTo>
                <a:lnTo>
                  <a:pt x="49980" y="365571"/>
                </a:lnTo>
                <a:close/>
              </a:path>
              <a:path w="347028" h="457200">
                <a:moveTo>
                  <a:pt x="192531" y="448870"/>
                </a:moveTo>
                <a:lnTo>
                  <a:pt x="216580" y="407220"/>
                </a:lnTo>
                <a:lnTo>
                  <a:pt x="191590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7"/>
                </a:moveTo>
                <a:lnTo>
                  <a:pt x="4627" y="64264"/>
                </a:lnTo>
                <a:lnTo>
                  <a:pt x="27765" y="77624"/>
                </a:lnTo>
                <a:lnTo>
                  <a:pt x="27765" y="64264"/>
                </a:lnTo>
                <a:lnTo>
                  <a:pt x="27765" y="41126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8"/>
                </a:lnTo>
                <a:lnTo>
                  <a:pt x="109489" y="179956"/>
                </a:lnTo>
                <a:lnTo>
                  <a:pt x="148083" y="179956"/>
                </a:lnTo>
                <a:lnTo>
                  <a:pt x="188158" y="156818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6"/>
                </a:lnTo>
                <a:lnTo>
                  <a:pt x="27765" y="17987"/>
                </a:lnTo>
                <a:lnTo>
                  <a:pt x="4627" y="4627"/>
                </a:lnTo>
                <a:close/>
              </a:path>
              <a:path w="192786" h="254000">
                <a:moveTo>
                  <a:pt x="50903" y="179956"/>
                </a:moveTo>
                <a:lnTo>
                  <a:pt x="74041" y="179956"/>
                </a:lnTo>
                <a:lnTo>
                  <a:pt x="80242" y="179956"/>
                </a:lnTo>
                <a:lnTo>
                  <a:pt x="120317" y="156818"/>
                </a:lnTo>
                <a:lnTo>
                  <a:pt x="74041" y="156818"/>
                </a:lnTo>
                <a:lnTo>
                  <a:pt x="74041" y="133680"/>
                </a:lnTo>
                <a:lnTo>
                  <a:pt x="50903" y="120319"/>
                </a:lnTo>
                <a:close/>
              </a:path>
              <a:path w="192786" h="254000">
                <a:moveTo>
                  <a:pt x="27765" y="100763"/>
                </a:moveTo>
                <a:lnTo>
                  <a:pt x="4627" y="87403"/>
                </a:lnTo>
                <a:lnTo>
                  <a:pt x="4627" y="203095"/>
                </a:lnTo>
                <a:lnTo>
                  <a:pt x="4627" y="226233"/>
                </a:lnTo>
                <a:lnTo>
                  <a:pt x="4627" y="249372"/>
                </a:lnTo>
                <a:lnTo>
                  <a:pt x="83819" y="249372"/>
                </a:lnTo>
                <a:lnTo>
                  <a:pt x="97179" y="226233"/>
                </a:lnTo>
                <a:lnTo>
                  <a:pt x="27765" y="226233"/>
                </a:lnTo>
                <a:lnTo>
                  <a:pt x="27765" y="203095"/>
                </a:lnTo>
                <a:close/>
              </a:path>
              <a:path w="192786" h="254000">
                <a:moveTo>
                  <a:pt x="106957" y="249372"/>
                </a:moveTo>
                <a:lnTo>
                  <a:pt x="120317" y="226233"/>
                </a:lnTo>
                <a:lnTo>
                  <a:pt x="106434" y="226233"/>
                </a:lnTo>
                <a:lnTo>
                  <a:pt x="93075" y="24937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7"/>
                </a:moveTo>
                <a:lnTo>
                  <a:pt x="4627" y="64264"/>
                </a:lnTo>
                <a:lnTo>
                  <a:pt x="27765" y="77624"/>
                </a:lnTo>
                <a:lnTo>
                  <a:pt x="27765" y="64264"/>
                </a:lnTo>
                <a:lnTo>
                  <a:pt x="27765" y="41126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8"/>
                </a:lnTo>
                <a:lnTo>
                  <a:pt x="109489" y="179956"/>
                </a:lnTo>
                <a:lnTo>
                  <a:pt x="148083" y="179956"/>
                </a:lnTo>
                <a:lnTo>
                  <a:pt x="188158" y="156818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6"/>
                </a:lnTo>
                <a:lnTo>
                  <a:pt x="27765" y="17987"/>
                </a:lnTo>
                <a:lnTo>
                  <a:pt x="4627" y="4627"/>
                </a:lnTo>
                <a:close/>
              </a:path>
              <a:path w="192786" h="254000">
                <a:moveTo>
                  <a:pt x="50903" y="179956"/>
                </a:moveTo>
                <a:lnTo>
                  <a:pt x="74041" y="179956"/>
                </a:lnTo>
                <a:lnTo>
                  <a:pt x="80242" y="179956"/>
                </a:lnTo>
                <a:lnTo>
                  <a:pt x="120317" y="156818"/>
                </a:lnTo>
                <a:lnTo>
                  <a:pt x="74041" y="156818"/>
                </a:lnTo>
                <a:lnTo>
                  <a:pt x="74041" y="133680"/>
                </a:lnTo>
                <a:lnTo>
                  <a:pt x="50903" y="120319"/>
                </a:lnTo>
                <a:close/>
              </a:path>
              <a:path w="192786" h="254000">
                <a:moveTo>
                  <a:pt x="27765" y="100763"/>
                </a:moveTo>
                <a:lnTo>
                  <a:pt x="4627" y="87403"/>
                </a:lnTo>
                <a:lnTo>
                  <a:pt x="4627" y="203095"/>
                </a:lnTo>
                <a:lnTo>
                  <a:pt x="4627" y="226233"/>
                </a:lnTo>
                <a:lnTo>
                  <a:pt x="4627" y="249372"/>
                </a:lnTo>
                <a:lnTo>
                  <a:pt x="83819" y="249372"/>
                </a:lnTo>
                <a:lnTo>
                  <a:pt x="97179" y="226233"/>
                </a:lnTo>
                <a:lnTo>
                  <a:pt x="27765" y="226233"/>
                </a:lnTo>
                <a:lnTo>
                  <a:pt x="27765" y="203095"/>
                </a:lnTo>
                <a:close/>
              </a:path>
              <a:path w="192786" h="254000">
                <a:moveTo>
                  <a:pt x="106957" y="249372"/>
                </a:moveTo>
                <a:lnTo>
                  <a:pt x="120317" y="226233"/>
                </a:lnTo>
                <a:lnTo>
                  <a:pt x="106434" y="226233"/>
                </a:lnTo>
                <a:lnTo>
                  <a:pt x="93075" y="24937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