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2026-09-20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2026-09-20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執筆は4つの層で支えられている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ダッシュボードの見どころは3か所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4600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4600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4600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4600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4600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