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347028" h="457200">
                <a:moveTo>
                  <a:pt x="8333" y="32378"/>
                </a:moveTo>
                <a:lnTo>
                  <a:pt x="8333" y="115676"/>
                </a:lnTo>
                <a:lnTo>
                  <a:pt x="49982" y="139724"/>
                </a:lnTo>
                <a:lnTo>
                  <a:pt x="49982" y="115676"/>
                </a:lnTo>
                <a:lnTo>
                  <a:pt x="49982" y="74027"/>
                </a:lnTo>
                <a:lnTo>
                  <a:pt x="194263" y="157325"/>
                </a:lnTo>
                <a:lnTo>
                  <a:pt x="122118" y="198974"/>
                </a:lnTo>
                <a:lnTo>
                  <a:pt x="124951" y="198974"/>
                </a:lnTo>
                <a:lnTo>
                  <a:pt x="269232" y="282273"/>
                </a:lnTo>
                <a:lnTo>
                  <a:pt x="197087" y="323922"/>
                </a:lnTo>
                <a:lnTo>
                  <a:pt x="266558" y="323922"/>
                </a:lnTo>
                <a:lnTo>
                  <a:pt x="338694" y="282273"/>
                </a:lnTo>
                <a:lnTo>
                  <a:pt x="194421" y="198974"/>
                </a:lnTo>
                <a:lnTo>
                  <a:pt x="266558" y="157325"/>
                </a:lnTo>
                <a:lnTo>
                  <a:pt x="266400" y="157325"/>
                </a:lnTo>
                <a:lnTo>
                  <a:pt x="122118" y="74027"/>
                </a:lnTo>
                <a:lnTo>
                  <a:pt x="49982" y="32378"/>
                </a:lnTo>
                <a:lnTo>
                  <a:pt x="8333" y="8329"/>
                </a:lnTo>
                <a:close/>
                <a:moveTo>
                  <a:pt x="91631" y="323922"/>
                </a:moveTo>
                <a:lnTo>
                  <a:pt x="133280" y="323922"/>
                </a:lnTo>
                <a:lnTo>
                  <a:pt x="144442" y="323922"/>
                </a:lnTo>
                <a:lnTo>
                  <a:pt x="216579" y="282273"/>
                </a:lnTo>
                <a:lnTo>
                  <a:pt x="133280" y="282273"/>
                </a:lnTo>
                <a:lnTo>
                  <a:pt x="133280" y="240624"/>
                </a:lnTo>
                <a:lnTo>
                  <a:pt x="91631" y="216575"/>
                </a:lnTo>
                <a:close/>
                <a:moveTo>
                  <a:pt x="49982" y="181373"/>
                </a:moveTo>
                <a:lnTo>
                  <a:pt x="8333" y="157325"/>
                </a:lnTo>
                <a:lnTo>
                  <a:pt x="8333" y="365571"/>
                </a:lnTo>
                <a:lnTo>
                  <a:pt x="8333" y="407220"/>
                </a:lnTo>
                <a:lnTo>
                  <a:pt x="8333" y="448870"/>
                </a:lnTo>
                <a:lnTo>
                  <a:pt x="150881" y="448870"/>
                </a:lnTo>
                <a:lnTo>
                  <a:pt x="174930" y="407220"/>
                </a:lnTo>
                <a:lnTo>
                  <a:pt x="49982" y="407220"/>
                </a:lnTo>
                <a:lnTo>
                  <a:pt x="49982" y="365571"/>
                </a:lnTo>
                <a:close/>
                <a:moveTo>
                  <a:pt x="192531" y="448870"/>
                </a:moveTo>
                <a:lnTo>
                  <a:pt x="216579" y="407220"/>
                </a:lnTo>
                <a:lnTo>
                  <a:pt x="191589" y="407220"/>
                </a:lnTo>
                <a:lnTo>
                  <a:pt x="167541" y="4488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2026-09-18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3123184" h="4114800">
                <a:moveTo>
                  <a:pt x="74968" y="291406"/>
                </a:moveTo>
                <a:lnTo>
                  <a:pt x="74968" y="1041090"/>
                </a:lnTo>
                <a:lnTo>
                  <a:pt x="449810" y="1257524"/>
                </a:lnTo>
                <a:lnTo>
                  <a:pt x="449810" y="1041090"/>
                </a:lnTo>
                <a:lnTo>
                  <a:pt x="449810" y="666248"/>
                </a:lnTo>
                <a:lnTo>
                  <a:pt x="1748338" y="1415932"/>
                </a:lnTo>
                <a:lnTo>
                  <a:pt x="1099036" y="1790774"/>
                </a:lnTo>
                <a:lnTo>
                  <a:pt x="1124526" y="1790774"/>
                </a:lnTo>
                <a:lnTo>
                  <a:pt x="2423054" y="2540458"/>
                </a:lnTo>
                <a:lnTo>
                  <a:pt x="1773752" y="2915301"/>
                </a:lnTo>
                <a:lnTo>
                  <a:pt x="2398989" y="2915301"/>
                </a:lnTo>
                <a:lnTo>
                  <a:pt x="3048215" y="2540458"/>
                </a:lnTo>
                <a:lnTo>
                  <a:pt x="1749762" y="1790774"/>
                </a:lnTo>
                <a:lnTo>
                  <a:pt x="2398989" y="1415932"/>
                </a:lnTo>
                <a:lnTo>
                  <a:pt x="2397564" y="1415932"/>
                </a:lnTo>
                <a:lnTo>
                  <a:pt x="1099036" y="666248"/>
                </a:lnTo>
                <a:lnTo>
                  <a:pt x="449810" y="291406"/>
                </a:lnTo>
                <a:lnTo>
                  <a:pt x="74968" y="74972"/>
                </a:lnTo>
                <a:close/>
                <a:moveTo>
                  <a:pt x="824652" y="2915301"/>
                </a:moveTo>
                <a:lnTo>
                  <a:pt x="1199494" y="2915301"/>
                </a:lnTo>
                <a:lnTo>
                  <a:pt x="1299952" y="2915301"/>
                </a:lnTo>
                <a:lnTo>
                  <a:pt x="1949178" y="2540458"/>
                </a:lnTo>
                <a:lnTo>
                  <a:pt x="1199494" y="2540458"/>
                </a:lnTo>
                <a:lnTo>
                  <a:pt x="1199494" y="2165616"/>
                </a:lnTo>
                <a:lnTo>
                  <a:pt x="824652" y="1949183"/>
                </a:lnTo>
                <a:close/>
                <a:moveTo>
                  <a:pt x="449810" y="1632366"/>
                </a:moveTo>
                <a:lnTo>
                  <a:pt x="74968" y="1415932"/>
                </a:lnTo>
                <a:lnTo>
                  <a:pt x="74968" y="3290143"/>
                </a:lnTo>
                <a:lnTo>
                  <a:pt x="74968" y="3664985"/>
                </a:lnTo>
                <a:lnTo>
                  <a:pt x="74968" y="4039827"/>
                </a:lnTo>
                <a:lnTo>
                  <a:pt x="1357902" y="4039827"/>
                </a:lnTo>
                <a:lnTo>
                  <a:pt x="1574336" y="3664985"/>
                </a:lnTo>
                <a:lnTo>
                  <a:pt x="449810" y="3664985"/>
                </a:lnTo>
                <a:lnTo>
                  <a:pt x="449810" y="3290143"/>
                </a:lnTo>
                <a:close/>
                <a:moveTo>
                  <a:pt x="1732744" y="4039827"/>
                </a:moveTo>
                <a:lnTo>
                  <a:pt x="1949178" y="3664985"/>
                </a:lnTo>
                <a:lnTo>
                  <a:pt x="1724273" y="3664985"/>
                </a:lnTo>
                <a:lnTo>
                  <a:pt x="1507839" y="403982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192786" h="254000">
                <a:moveTo>
                  <a:pt x="4627" y="17989"/>
                </a:moveTo>
                <a:lnTo>
                  <a:pt x="4627" y="64265"/>
                </a:lnTo>
                <a:lnTo>
                  <a:pt x="27765" y="77625"/>
                </a:lnTo>
                <a:lnTo>
                  <a:pt x="27765" y="64265"/>
                </a:lnTo>
                <a:lnTo>
                  <a:pt x="27765" y="41127"/>
                </a:lnTo>
                <a:lnTo>
                  <a:pt x="107920" y="87403"/>
                </a:lnTo>
                <a:lnTo>
                  <a:pt x="67840" y="110541"/>
                </a:lnTo>
                <a:lnTo>
                  <a:pt x="69414" y="110541"/>
                </a:lnTo>
                <a:lnTo>
                  <a:pt x="149568" y="156817"/>
                </a:lnTo>
                <a:lnTo>
                  <a:pt x="109489" y="179955"/>
                </a:lnTo>
                <a:lnTo>
                  <a:pt x="148083" y="179955"/>
                </a:lnTo>
                <a:lnTo>
                  <a:pt x="188158" y="156817"/>
                </a:lnTo>
                <a:lnTo>
                  <a:pt x="108008" y="110541"/>
                </a:lnTo>
                <a:lnTo>
                  <a:pt x="148083" y="87403"/>
                </a:lnTo>
                <a:lnTo>
                  <a:pt x="147995" y="87403"/>
                </a:lnTo>
                <a:lnTo>
                  <a:pt x="67840" y="41127"/>
                </a:lnTo>
                <a:lnTo>
                  <a:pt x="27765" y="17989"/>
                </a:lnTo>
                <a:lnTo>
                  <a:pt x="4627" y="4629"/>
                </a:lnTo>
                <a:close/>
                <a:moveTo>
                  <a:pt x="50903" y="179955"/>
                </a:moveTo>
                <a:lnTo>
                  <a:pt x="74041" y="179955"/>
                </a:lnTo>
                <a:lnTo>
                  <a:pt x="80242" y="179955"/>
                </a:lnTo>
                <a:lnTo>
                  <a:pt x="120317" y="156817"/>
                </a:lnTo>
                <a:lnTo>
                  <a:pt x="74041" y="156817"/>
                </a:lnTo>
                <a:lnTo>
                  <a:pt x="74041" y="133679"/>
                </a:lnTo>
                <a:lnTo>
                  <a:pt x="50903" y="120320"/>
                </a:lnTo>
                <a:close/>
                <a:moveTo>
                  <a:pt x="27765" y="100763"/>
                </a:moveTo>
                <a:lnTo>
                  <a:pt x="4627" y="87403"/>
                </a:lnTo>
                <a:lnTo>
                  <a:pt x="4627" y="203094"/>
                </a:lnTo>
                <a:lnTo>
                  <a:pt x="4627" y="226232"/>
                </a:lnTo>
                <a:lnTo>
                  <a:pt x="4627" y="249370"/>
                </a:lnTo>
                <a:lnTo>
                  <a:pt x="83819" y="249370"/>
                </a:lnTo>
                <a:lnTo>
                  <a:pt x="97179" y="226232"/>
                </a:lnTo>
                <a:lnTo>
                  <a:pt x="27765" y="226232"/>
                </a:lnTo>
                <a:lnTo>
                  <a:pt x="27765" y="203094"/>
                </a:lnTo>
                <a:close/>
                <a:moveTo>
                  <a:pt x="106957" y="249370"/>
                </a:moveTo>
                <a:lnTo>
                  <a:pt x="120317" y="226232"/>
                </a:lnTo>
                <a:lnTo>
                  <a:pt x="106434" y="226232"/>
                </a:lnTo>
                <a:lnTo>
                  <a:pt x="93075" y="24937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2026-09-18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