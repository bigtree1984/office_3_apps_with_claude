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501" r:id="rIdTbl1"/>
    <p:sldId id="502" r:id="rIdTbl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Tbl1" Type="http://schemas.openxmlformats.org/officeDocument/2006/relationships/slide" Target="slides/slide11.xml"/><Relationship Id="rIdTbl2" Type="http://schemas.openxmlformats.org/officeDocument/2006/relationships/slide" Target="slides/slide1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2026-09-20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2026-09-20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執筆は4つの層で支えられている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ダッシュボードの見どころは3か所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記事別の PV とスキ（2026年9月）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 PV・スキとも最も多い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3556000"/>
                <a:gridCol w="889000"/>
                <a:gridCol w="1270000"/>
                <a:gridCol w="1143000"/>
                <a:gridCol w="13716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記事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公開日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PV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スキ率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#1 はじめに：AI と一緒に note を書く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2,140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4.5%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#2 挿絵は HTML で作る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1,820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121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6.6%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#3 眠っていた才能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09-16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3,560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214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6.0%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#4 Office テンプレート編（予定）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3つの書き方を比べる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速さと一次情報は両立できる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AI に任せきり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人が全部書く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今回のやり方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下書きの速さ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遅い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一次情報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入らない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見た目の統一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毎回ぶれる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手間がかかる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トークンで自動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読者への価値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薄い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